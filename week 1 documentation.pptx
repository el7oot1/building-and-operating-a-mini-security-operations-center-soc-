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66" r:id="rId3"/>
    <p:sldId id="267" r:id="rId4"/>
    <p:sldId id="268" r:id="rId5"/>
    <p:sldId id="269" r:id="rId6"/>
    <p:sldId id="270" r:id="rId7"/>
  </p:sldIdLst>
  <p:sldSz cx="10691813" cy="7524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5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1482"/>
            <a:ext cx="9088041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52236"/>
            <a:ext cx="8018860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7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75964"/>
            <a:ext cx="9221689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35662"/>
            <a:ext cx="9221689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82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82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1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0625"/>
            <a:ext cx="9221689" cy="1454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44609"/>
            <a:ext cx="4523137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48624"/>
            <a:ext cx="4523137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44609"/>
            <a:ext cx="454541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48624"/>
            <a:ext cx="4545413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4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2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3426"/>
            <a:ext cx="5412730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8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3426"/>
            <a:ext cx="5412730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8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9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0623"/>
            <a:ext cx="2305422" cy="6376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0623"/>
            <a:ext cx="6782619" cy="6376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1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0625"/>
            <a:ext cx="9221689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03116"/>
            <a:ext cx="9221689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3FA4A-C922-4E7B-BE6A-F7C0B5A1E4F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6974330"/>
            <a:ext cx="3608487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0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C3D1-34F0-8490-E474-D29EA6CCF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643D5AD7-F3F3-F513-9D23-400A8B670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263058"/>
            <a:ext cx="10691814" cy="5932170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2F2DD-A6DC-0C72-4792-38910B38D475}"/>
              </a:ext>
            </a:extLst>
          </p:cNvPr>
          <p:cNvSpPr txBox="1"/>
          <p:nvPr/>
        </p:nvSpPr>
        <p:spPr>
          <a:xfrm>
            <a:off x="1032735" y="1821635"/>
            <a:ext cx="8390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Week 1: SOC Setup &amp; Log Ingestion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9D6EA-B506-7DFE-7E40-6400A4C09450}"/>
              </a:ext>
            </a:extLst>
          </p:cNvPr>
          <p:cNvSpPr txBox="1"/>
          <p:nvPr/>
        </p:nvSpPr>
        <p:spPr>
          <a:xfrm>
            <a:off x="295834" y="2904419"/>
            <a:ext cx="534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1-Technical Stack used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5A2F9-4DAB-10F5-1247-1950AA2CBDAB}"/>
              </a:ext>
            </a:extLst>
          </p:cNvPr>
          <p:cNvSpPr txBox="1"/>
          <p:nvPr/>
        </p:nvSpPr>
        <p:spPr>
          <a:xfrm>
            <a:off x="1145689" y="3802538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Operating System:</a:t>
            </a:r>
            <a:r>
              <a:rPr lang="en-US" dirty="0"/>
              <a:t> Ubuntu 22.04 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5413F-C46A-4D62-64DA-06EEF7E581E9}"/>
              </a:ext>
            </a:extLst>
          </p:cNvPr>
          <p:cNvSpPr txBox="1"/>
          <p:nvPr/>
        </p:nvSpPr>
        <p:spPr>
          <a:xfrm>
            <a:off x="1145689" y="4498522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SIEM Engine:</a:t>
            </a:r>
            <a:r>
              <a:rPr lang="en-US" dirty="0"/>
              <a:t> Elasticsearch 8.x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84E1D-2A30-FCA0-A7EC-2B4537A54337}"/>
              </a:ext>
            </a:extLst>
          </p:cNvPr>
          <p:cNvSpPr txBox="1"/>
          <p:nvPr/>
        </p:nvSpPr>
        <p:spPr>
          <a:xfrm>
            <a:off x="1145689" y="5185478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Visualization:</a:t>
            </a:r>
            <a:r>
              <a:rPr lang="en-US" dirty="0"/>
              <a:t> Kibana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C3C1F-DD87-1C61-B6AE-98AF66EE7E6E}"/>
              </a:ext>
            </a:extLst>
          </p:cNvPr>
          <p:cNvSpPr txBox="1"/>
          <p:nvPr/>
        </p:nvSpPr>
        <p:spPr>
          <a:xfrm>
            <a:off x="1145689" y="5906402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 Collector:</a:t>
            </a:r>
            <a:r>
              <a:rPr lang="en-US" dirty="0"/>
              <a:t> Elastic Agent</a:t>
            </a:r>
          </a:p>
        </p:txBody>
      </p:sp>
    </p:spTree>
    <p:extLst>
      <p:ext uri="{BB962C8B-B14F-4D97-AF65-F5344CB8AC3E}">
        <p14:creationId xmlns:p14="http://schemas.microsoft.com/office/powerpoint/2010/main" val="345857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651E-727F-3EBE-ACA6-4FFA3152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DCF642F2-7582-61C8-8722-F63107C4C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-101552"/>
            <a:ext cx="10691814" cy="593217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AC3834-D37D-1C3C-DF79-0CD84E2CA9C4}"/>
              </a:ext>
            </a:extLst>
          </p:cNvPr>
          <p:cNvSpPr txBox="1"/>
          <p:nvPr/>
        </p:nvSpPr>
        <p:spPr>
          <a:xfrm>
            <a:off x="151417" y="1359263"/>
            <a:ext cx="5346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2-Implementation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662D5-84B6-C988-6519-D9F9462A9B7B}"/>
              </a:ext>
            </a:extLst>
          </p:cNvPr>
          <p:cNvSpPr txBox="1"/>
          <p:nvPr/>
        </p:nvSpPr>
        <p:spPr>
          <a:xfrm>
            <a:off x="645780" y="1944038"/>
            <a:ext cx="5346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Step 1: Deploying the Elastic 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20976-E1BE-693C-4D64-231882FC36B7}"/>
              </a:ext>
            </a:extLst>
          </p:cNvPr>
          <p:cNvSpPr txBox="1"/>
          <p:nvPr/>
        </p:nvSpPr>
        <p:spPr>
          <a:xfrm>
            <a:off x="645780" y="2344148"/>
            <a:ext cx="4022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ELK environment was set up and the security protocols (Role-based access control) were activated.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6D8FBA8-3D27-EA8F-E4FE-8A1C3E00A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11142" r="1133" b="7046"/>
          <a:stretch>
            <a:fillRect/>
          </a:stretch>
        </p:blipFill>
        <p:spPr>
          <a:xfrm>
            <a:off x="5497967" y="1215367"/>
            <a:ext cx="4672060" cy="26959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2E50ED-F1AD-B42B-DEC0-9038797169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0" t="19038" r="8279" b="7007"/>
          <a:stretch>
            <a:fillRect/>
          </a:stretch>
        </p:blipFill>
        <p:spPr>
          <a:xfrm>
            <a:off x="645780" y="4238734"/>
            <a:ext cx="7758073" cy="31676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7C32B2C-3C86-3D7D-CA91-CBE56CB89531}"/>
              </a:ext>
            </a:extLst>
          </p:cNvPr>
          <p:cNvSpPr txBox="1"/>
          <p:nvPr/>
        </p:nvSpPr>
        <p:spPr>
          <a:xfrm>
            <a:off x="151417" y="3490228"/>
            <a:ext cx="3425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Username</a:t>
            </a:r>
            <a:r>
              <a:rPr lang="en-US" sz="1600" dirty="0"/>
              <a:t> : elastic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Password</a:t>
            </a:r>
            <a:r>
              <a:rPr lang="en-US" sz="1600" dirty="0"/>
              <a:t> : lEI2kcHY27G*wB9=mA1T</a:t>
            </a:r>
          </a:p>
        </p:txBody>
      </p:sp>
    </p:spTree>
    <p:extLst>
      <p:ext uri="{BB962C8B-B14F-4D97-AF65-F5344CB8AC3E}">
        <p14:creationId xmlns:p14="http://schemas.microsoft.com/office/powerpoint/2010/main" val="1852345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8B18-9C6F-7F11-516F-F59E76A8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B8160FB9-3DAF-E6B8-78DE-D4BDA6F9A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263058"/>
            <a:ext cx="10691814" cy="593217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E1316D-AC84-CDDF-1CDC-B0FB299FFD6A}"/>
              </a:ext>
            </a:extLst>
          </p:cNvPr>
          <p:cNvSpPr txBox="1"/>
          <p:nvPr/>
        </p:nvSpPr>
        <p:spPr>
          <a:xfrm>
            <a:off x="209774" y="1929211"/>
            <a:ext cx="63201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Step 2: Elastic Agent Configuration (The Challenge)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49623-59A6-CD53-5947-2E8A9997C2DA}"/>
              </a:ext>
            </a:extLst>
          </p:cNvPr>
          <p:cNvSpPr txBox="1"/>
          <p:nvPr/>
        </p:nvSpPr>
        <p:spPr>
          <a:xfrm>
            <a:off x="828134" y="2518950"/>
            <a:ext cx="5432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Elastic Agent </a:t>
            </a:r>
            <a:r>
              <a:rPr lang="en-US" dirty="0"/>
              <a:t>has been installed.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8076D-FD9D-D55F-72C6-EF6EBEC1DFFE}"/>
              </a:ext>
            </a:extLst>
          </p:cNvPr>
          <p:cNvSpPr txBox="1"/>
          <p:nvPr/>
        </p:nvSpPr>
        <p:spPr>
          <a:xfrm>
            <a:off x="828134" y="4401052"/>
            <a:ext cx="5701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Modify the elastic-</a:t>
            </a:r>
            <a:r>
              <a:rPr lang="en-US" dirty="0" err="1"/>
              <a:t>agent.yml</a:t>
            </a:r>
            <a:r>
              <a:rPr lang="en-US" dirty="0"/>
              <a:t> settings file (configuration) to link it to Elasticsearch.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69BE8-3D33-D9DF-5D10-00786A15383C}"/>
              </a:ext>
            </a:extLst>
          </p:cNvPr>
          <p:cNvSpPr txBox="1"/>
          <p:nvPr/>
        </p:nvSpPr>
        <p:spPr>
          <a:xfrm>
            <a:off x="1549570" y="3399927"/>
            <a:ext cx="6276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SSL Handshake (Error x509)</a:t>
            </a:r>
          </a:p>
          <a:p>
            <a:pPr algn="ctr"/>
            <a:r>
              <a:rPr lang="en-US" dirty="0"/>
              <a:t>The problem was resolved by</a:t>
            </a:r>
            <a:r>
              <a:rPr lang="ar-EG" dirty="0"/>
              <a:t> </a:t>
            </a:r>
            <a:r>
              <a:rPr lang="en-US" dirty="0"/>
              <a:t>modifying the output configuration of the Elastic Agent </a:t>
            </a:r>
            <a:r>
              <a:rPr lang="ar-EG" dirty="0"/>
              <a:t> </a:t>
            </a:r>
            <a:r>
              <a:rPr lang="en-US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44EF06-64D5-34CF-D639-E9E9064DA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607" y="4456157"/>
            <a:ext cx="4258269" cy="6288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E82557-8FA3-79EC-E548-5A4409137B61}"/>
              </a:ext>
            </a:extLst>
          </p:cNvPr>
          <p:cNvSpPr txBox="1"/>
          <p:nvPr/>
        </p:nvSpPr>
        <p:spPr>
          <a:xfrm>
            <a:off x="828134" y="3018748"/>
            <a:ext cx="6997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found a problem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C347EC6-5872-4B5C-17E2-9CFF2026C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 t="9220" b="43475"/>
          <a:stretch>
            <a:fillRect/>
          </a:stretch>
        </p:blipFill>
        <p:spPr>
          <a:xfrm>
            <a:off x="2001464" y="5084489"/>
            <a:ext cx="3355098" cy="22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9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62C29-96DC-4BBB-DDDC-5014BD61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1E017CCD-9787-CEF0-598B-2B15916D9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184666"/>
            <a:ext cx="10691814" cy="593217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4CF0F1-02C8-0089-F726-DC687EFD3A93}"/>
              </a:ext>
            </a:extLst>
          </p:cNvPr>
          <p:cNvSpPr txBox="1"/>
          <p:nvPr/>
        </p:nvSpPr>
        <p:spPr>
          <a:xfrm>
            <a:off x="903641" y="1260075"/>
            <a:ext cx="3223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that agent is running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93ECD-8183-C73C-A580-BCB54259F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84" y="1715380"/>
            <a:ext cx="8732941" cy="1137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0D60C6-66FF-7B30-373F-845BFCE61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2626"/>
            <a:ext cx="10691813" cy="40321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CD22A0-B06A-6B9D-5D79-22CC77A37B5C}"/>
              </a:ext>
            </a:extLst>
          </p:cNvPr>
          <p:cNvSpPr txBox="1"/>
          <p:nvPr/>
        </p:nvSpPr>
        <p:spPr>
          <a:xfrm>
            <a:off x="903641" y="2867082"/>
            <a:ext cx="531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that Elastic Agent can read my system log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FF8B1-9046-F5FC-92E9-A68BE3F94500}"/>
              </a:ext>
            </a:extLst>
          </p:cNvPr>
          <p:cNvSpPr txBox="1"/>
          <p:nvPr/>
        </p:nvSpPr>
        <p:spPr>
          <a:xfrm>
            <a:off x="1093615" y="3123294"/>
            <a:ext cx="7303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&gt;&gt; curl -u elastic:lEI2kcHY27G*wB9=mA1T -k -X GET "https://localhost:9200/_cat/</a:t>
            </a:r>
            <a:r>
              <a:rPr lang="en-US" sz="1400" dirty="0" err="1"/>
              <a:t>indices?v</a:t>
            </a:r>
            <a:r>
              <a:rPr lang="en-US" sz="1400" dirty="0"/>
              <a:t>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0DC6D-63BF-4D84-F76C-88828856A98F}"/>
              </a:ext>
            </a:extLst>
          </p:cNvPr>
          <p:cNvSpPr txBox="1"/>
          <p:nvPr/>
        </p:nvSpPr>
        <p:spPr>
          <a:xfrm>
            <a:off x="1093615" y="804770"/>
            <a:ext cx="5432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Step 3:</a:t>
            </a:r>
            <a:r>
              <a:rPr lang="en-US" dirty="0"/>
              <a:t> Verification &amp; Testing</a:t>
            </a:r>
            <a:r>
              <a:rPr lang="en-US" sz="1800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43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3E08-100D-1402-087E-44C009B1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9E001A2C-3FEB-8FC1-D9CE-25826D87E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0"/>
            <a:ext cx="10691814" cy="593217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6E0E3F-99B9-0D19-8F71-19FABD7A7503}"/>
              </a:ext>
            </a:extLst>
          </p:cNvPr>
          <p:cNvSpPr txBox="1"/>
          <p:nvPr/>
        </p:nvSpPr>
        <p:spPr>
          <a:xfrm>
            <a:off x="2511907" y="1007805"/>
            <a:ext cx="6083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3-Dashboards &amp; Visualization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4757AA-D3BC-081B-A999-F323E37A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9" y="2086982"/>
            <a:ext cx="1758851" cy="515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E37E4C-5519-D28D-8C57-2372B43D9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210" y="2678318"/>
            <a:ext cx="8586218" cy="46389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086B0B-AC1F-4829-4034-EC1BF5F34965}"/>
              </a:ext>
            </a:extLst>
          </p:cNvPr>
          <p:cNvSpPr txBox="1"/>
          <p:nvPr/>
        </p:nvSpPr>
        <p:spPr>
          <a:xfrm>
            <a:off x="2936837" y="2253061"/>
            <a:ext cx="127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Discover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320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ABC6-7A12-A8D3-8AC4-198A4E3C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24131AAD-7176-6699-48A4-394E08F70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0"/>
            <a:ext cx="10691814" cy="5932170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62E9AB-2276-2CFD-C928-BE6F1EC04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7796"/>
            <a:ext cx="5725324" cy="46869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269497-430C-E46B-64ED-D15E9F070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69849"/>
            <a:ext cx="10590541" cy="10193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851083-6E63-0530-ECB6-990014CF5A28}"/>
              </a:ext>
            </a:extLst>
          </p:cNvPr>
          <p:cNvSpPr txBox="1"/>
          <p:nvPr/>
        </p:nvSpPr>
        <p:spPr>
          <a:xfrm>
            <a:off x="1957892" y="1592580"/>
            <a:ext cx="3136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</a:t>
            </a:r>
            <a:r>
              <a:rPr lang="en-US" dirty="0">
                <a:solidFill>
                  <a:srgbClr val="FF0000"/>
                </a:solidFill>
              </a:rPr>
              <a:t>System overview dashboard</a:t>
            </a:r>
          </a:p>
        </p:txBody>
      </p:sp>
    </p:spTree>
    <p:extLst>
      <p:ext uri="{BB962C8B-B14F-4D97-AF65-F5344CB8AC3E}">
        <p14:creationId xmlns:p14="http://schemas.microsoft.com/office/powerpoint/2010/main" val="131050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185</Words>
  <Application>Microsoft Office PowerPoint</Application>
  <PresentationFormat>Custom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200025319-Mohamed  Moustafa Elsaid  Elhoot</dc:creator>
  <cp:lastModifiedBy>200025319-Mohamed  Moustafa Elsaid  Elhoot</cp:lastModifiedBy>
  <cp:revision>1</cp:revision>
  <dcterms:created xsi:type="dcterms:W3CDTF">2026-04-22T22:28:22Z</dcterms:created>
  <dcterms:modified xsi:type="dcterms:W3CDTF">2026-04-22T23:50:29Z</dcterms:modified>
</cp:coreProperties>
</file>