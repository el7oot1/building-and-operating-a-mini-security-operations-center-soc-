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</p:sldIdLst>
  <p:sldSz cx="10691813" cy="7524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1482"/>
            <a:ext cx="9088041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52236"/>
            <a:ext cx="8018860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7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2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75964"/>
            <a:ext cx="9221689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35662"/>
            <a:ext cx="9221689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82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82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0625"/>
            <a:ext cx="9221689" cy="1454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44609"/>
            <a:ext cx="4523137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48624"/>
            <a:ext cx="4523137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44609"/>
            <a:ext cx="454541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48624"/>
            <a:ext cx="4545413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3426"/>
            <a:ext cx="5412730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3426"/>
            <a:ext cx="5412730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1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0623"/>
            <a:ext cx="2305422" cy="6376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0623"/>
            <a:ext cx="6782619" cy="6376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0625"/>
            <a:ext cx="9221689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03116"/>
            <a:ext cx="9221689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DE49F-9FDB-4298-94B8-612B81C5EAC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6974330"/>
            <a:ext cx="3608487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C3D1-34F0-8490-E474-D29EA6CC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643D5AD7-F3F3-F513-9D23-400A8B670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129738"/>
            <a:ext cx="10691814" cy="593217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2F2DD-A6DC-0C72-4792-38910B38D475}"/>
              </a:ext>
            </a:extLst>
          </p:cNvPr>
          <p:cNvSpPr txBox="1"/>
          <p:nvPr/>
        </p:nvSpPr>
        <p:spPr>
          <a:xfrm>
            <a:off x="731522" y="1641648"/>
            <a:ext cx="83909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Week 1: SOC Setup &amp; Log Ingestion </a:t>
            </a:r>
          </a:p>
          <a:p>
            <a:pPr algn="ctr"/>
            <a:r>
              <a:rPr lang="en-US" sz="4000" b="1" dirty="0"/>
              <a:t>continue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9D6EA-B506-7DFE-7E40-6400A4C09450}"/>
              </a:ext>
            </a:extLst>
          </p:cNvPr>
          <p:cNvSpPr txBox="1"/>
          <p:nvPr/>
        </p:nvSpPr>
        <p:spPr>
          <a:xfrm>
            <a:off x="457200" y="3229144"/>
            <a:ext cx="534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4- installation of </a:t>
            </a:r>
            <a:r>
              <a:rPr lang="en-US" sz="2800" b="1" dirty="0" err="1"/>
              <a:t>tailscale</a:t>
            </a:r>
            <a:r>
              <a:rPr lang="en-US" sz="2800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5A2F9-4DAB-10F5-1247-1950AA2CBDAB}"/>
              </a:ext>
            </a:extLst>
          </p:cNvPr>
          <p:cNvSpPr txBox="1"/>
          <p:nvPr/>
        </p:nvSpPr>
        <p:spPr>
          <a:xfrm>
            <a:off x="457200" y="4260805"/>
            <a:ext cx="7352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implement </a:t>
            </a:r>
            <a:r>
              <a:rPr lang="en-US" dirty="0" err="1"/>
              <a:t>Tailscale</a:t>
            </a:r>
            <a:r>
              <a:rPr lang="en-US" dirty="0"/>
              <a:t> to interconnect our systems via a secure Virtual Local Area Network (VLAN)</a:t>
            </a:r>
            <a:endParaRPr lang="en-US" sz="180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3711C-D244-1618-1898-C8DC7DA02566}"/>
              </a:ext>
            </a:extLst>
          </p:cNvPr>
          <p:cNvSpPr txBox="1"/>
          <p:nvPr/>
        </p:nvSpPr>
        <p:spPr>
          <a:xfrm>
            <a:off x="457200" y="5415577"/>
            <a:ext cx="6083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Tailscale</a:t>
            </a:r>
            <a:r>
              <a:rPr lang="en-US" dirty="0"/>
              <a:t> to link our devices together within a virtual private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D0941-08B8-5C9C-DBDD-A63EA3C7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81" t="-224" r="11289" b="91176"/>
          <a:stretch>
            <a:fillRect/>
          </a:stretch>
        </p:blipFill>
        <p:spPr>
          <a:xfrm>
            <a:off x="7074055" y="3360253"/>
            <a:ext cx="2986244" cy="6463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857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D4FB-53C7-07DA-A7D6-DD6B3038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43268950-A2D4-2BE5-C100-994B9DF40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21186"/>
            <a:ext cx="10691814" cy="593217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9CB863-1A3A-E008-7871-12D3F8F7AB6E}"/>
              </a:ext>
            </a:extLst>
          </p:cNvPr>
          <p:cNvSpPr txBox="1"/>
          <p:nvPr/>
        </p:nvSpPr>
        <p:spPr>
          <a:xfrm>
            <a:off x="1027356" y="1571394"/>
            <a:ext cx="7352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# To install </a:t>
            </a:r>
            <a:r>
              <a:rPr lang="en-US" sz="2400" b="1" dirty="0" err="1"/>
              <a:t>Tailscale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FB152-1A24-FEEC-253E-AC6E23AD6894}"/>
              </a:ext>
            </a:extLst>
          </p:cNvPr>
          <p:cNvSpPr txBox="1"/>
          <p:nvPr/>
        </p:nvSpPr>
        <p:spPr>
          <a:xfrm>
            <a:off x="179295" y="2347736"/>
            <a:ext cx="7352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1-open terminal and execute: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CE411-9E3C-C8F6-E745-CBD49752289B}"/>
              </a:ext>
            </a:extLst>
          </p:cNvPr>
          <p:cNvSpPr txBox="1"/>
          <p:nvPr/>
        </p:nvSpPr>
        <p:spPr>
          <a:xfrm>
            <a:off x="1949432" y="2877857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&gt;&gt;     curl -</a:t>
            </a:r>
            <a:r>
              <a:rPr lang="en-US" dirty="0" err="1"/>
              <a:t>fsSL</a:t>
            </a:r>
            <a:r>
              <a:rPr lang="en-US" dirty="0"/>
              <a:t> https://tailscale.com/install.sh | </a:t>
            </a:r>
            <a:r>
              <a:rPr lang="en-US" dirty="0" err="1"/>
              <a:t>sh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158FDF-8EAF-DE3B-840C-E5E974F39031}"/>
              </a:ext>
            </a:extLst>
          </p:cNvPr>
          <p:cNvSpPr txBox="1"/>
          <p:nvPr/>
        </p:nvSpPr>
        <p:spPr>
          <a:xfrm>
            <a:off x="179295" y="3562320"/>
            <a:ext cx="7352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2-run </a:t>
            </a:r>
            <a:r>
              <a:rPr lang="en-US" sz="2000" b="1" dirty="0" err="1"/>
              <a:t>tailscale</a:t>
            </a:r>
            <a:r>
              <a:rPr lang="en-US" sz="2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108BA-F62A-46E1-F26E-F38A6E97B041}"/>
              </a:ext>
            </a:extLst>
          </p:cNvPr>
          <p:cNvSpPr txBox="1"/>
          <p:nvPr/>
        </p:nvSpPr>
        <p:spPr>
          <a:xfrm>
            <a:off x="1949432" y="4092895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&gt;&gt;    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tailscale</a:t>
            </a:r>
            <a:r>
              <a:rPr lang="en-US" dirty="0"/>
              <a:t> up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903733-4ABF-C380-046B-E8A4623E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38"/>
          <a:stretch>
            <a:fillRect/>
          </a:stretch>
        </p:blipFill>
        <p:spPr>
          <a:xfrm>
            <a:off x="179295" y="4535828"/>
            <a:ext cx="7649643" cy="14825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CCD07C-888C-AFE5-80E6-0C8AD4040CD5}"/>
              </a:ext>
            </a:extLst>
          </p:cNvPr>
          <p:cNvSpPr txBox="1"/>
          <p:nvPr/>
        </p:nvSpPr>
        <p:spPr>
          <a:xfrm>
            <a:off x="3071007" y="665074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on this URL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516013-540C-94C7-5F30-C870D3A13C5A}"/>
              </a:ext>
            </a:extLst>
          </p:cNvPr>
          <p:cNvCxnSpPr>
            <a:cxnSpLocks/>
          </p:cNvCxnSpPr>
          <p:nvPr/>
        </p:nvCxnSpPr>
        <p:spPr>
          <a:xfrm flipH="1" flipV="1">
            <a:off x="3071007" y="5857127"/>
            <a:ext cx="500532" cy="82181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64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C0779-4C46-8080-33C2-73D2FDC3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75454AE6-E44A-6AD0-FBEF-681EFACA3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21186"/>
            <a:ext cx="10691814" cy="5932170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459E1A-D7A0-F7B4-9148-8DFE86E42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72" y="1571394"/>
            <a:ext cx="2938937" cy="4381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195BFB-8A02-1376-E6C1-CE6D2F2FA662}"/>
              </a:ext>
            </a:extLst>
          </p:cNvPr>
          <p:cNvSpPr txBox="1"/>
          <p:nvPr/>
        </p:nvSpPr>
        <p:spPr>
          <a:xfrm>
            <a:off x="1425087" y="1002977"/>
            <a:ext cx="2082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Tailscale</a:t>
            </a:r>
            <a:r>
              <a:rPr lang="en-US" sz="2000" b="1" dirty="0"/>
              <a:t> loge in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46C4C5-2A77-99C0-A4BC-05CB994922ED}"/>
              </a:ext>
            </a:extLst>
          </p:cNvPr>
          <p:cNvSpPr txBox="1"/>
          <p:nvPr/>
        </p:nvSpPr>
        <p:spPr>
          <a:xfrm>
            <a:off x="4499198" y="1823676"/>
            <a:ext cx="5346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/>
              <a:t>Link account</a:t>
            </a:r>
          </a:p>
          <a:p>
            <a:pPr algn="ctr"/>
            <a:r>
              <a:rPr lang="en-US" dirty="0"/>
              <a:t> username: teamsoc93@gmail.com </a:t>
            </a:r>
          </a:p>
          <a:p>
            <a:pPr algn="ctr"/>
            <a:r>
              <a:rPr lang="en-US" dirty="0"/>
              <a:t>Password :123!@#123A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368255-55C7-BB5B-05A5-74236A82E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041" y="2913750"/>
            <a:ext cx="4461341" cy="3206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95497E-B7BF-78F3-2981-F18105803614}"/>
              </a:ext>
            </a:extLst>
          </p:cNvPr>
          <p:cNvSpPr txBox="1"/>
          <p:nvPr/>
        </p:nvSpPr>
        <p:spPr>
          <a:xfrm>
            <a:off x="5465993" y="6286843"/>
            <a:ext cx="36954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Now my device is logged in </a:t>
            </a:r>
          </a:p>
        </p:txBody>
      </p:sp>
    </p:spTree>
    <p:extLst>
      <p:ext uri="{BB962C8B-B14F-4D97-AF65-F5344CB8AC3E}">
        <p14:creationId xmlns:p14="http://schemas.microsoft.com/office/powerpoint/2010/main" val="70618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E20C-3BF1-49F0-FE76-6E9B1C65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B2DF91F5-81DF-4F93-A424-C94126613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21186"/>
            <a:ext cx="10691814" cy="593217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E406E8-4B6B-2336-8973-E19FEAABD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1738"/>
            <a:ext cx="10691813" cy="4660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445D0F-9909-A81A-130A-29944DC0E601}"/>
              </a:ext>
            </a:extLst>
          </p:cNvPr>
          <p:cNvSpPr txBox="1"/>
          <p:nvPr/>
        </p:nvSpPr>
        <p:spPr>
          <a:xfrm>
            <a:off x="1442633" y="1293288"/>
            <a:ext cx="5596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 #  You can see all devices in your environment </a:t>
            </a:r>
          </a:p>
        </p:txBody>
      </p:sp>
    </p:spTree>
    <p:extLst>
      <p:ext uri="{BB962C8B-B14F-4D97-AF65-F5344CB8AC3E}">
        <p14:creationId xmlns:p14="http://schemas.microsoft.com/office/powerpoint/2010/main" val="3375363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112</Words>
  <Application>Microsoft Office PowerPoint</Application>
  <PresentationFormat>Custom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200025319-Mohamed  Moustafa Elsaid  Elhoot</dc:creator>
  <cp:lastModifiedBy>200025319-Mohamed  Moustafa Elsaid  Elhoot</cp:lastModifiedBy>
  <cp:revision>1</cp:revision>
  <dcterms:created xsi:type="dcterms:W3CDTF">2026-04-26T08:53:09Z</dcterms:created>
  <dcterms:modified xsi:type="dcterms:W3CDTF">2026-04-26T09:47:30Z</dcterms:modified>
</cp:coreProperties>
</file>